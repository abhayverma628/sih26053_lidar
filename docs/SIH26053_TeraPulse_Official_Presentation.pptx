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 for</a:t>
            </a:r>
            <a:br/>
            <a:r>
              <a:t>Autonomous Navigation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48840"/>
            <a:ext cx="65836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–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–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137735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–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–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6" name="Picture 5" descr="sih_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754880" cy="508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182880"/>
            <a:ext cx="7589520" cy="822960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—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(&gt;35 FPS).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006FC0"/>
          </a:solidFill>
          <a:ln w="2540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3383280"/>
            <a:ext cx="457200" cy="27432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2980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35440" y="283464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0" y="411480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0704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99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6384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0" y="1874519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0" y="512064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0" y="5687568"/>
            <a:ext cx="320040" cy="219456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60" y="5660136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High resolution near the vehicle </a:t>
            </a:r>
            <a:r>
              <a:rPr sz="1100">
                <a:solidFill>
                  <a:srgbClr val="232323"/>
                </a:solidFill>
              </a:rPr>
              <a:t>(near-field: 0.25 m bubble)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6016752"/>
            <a:ext cx="320040" cy="219456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5989320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Lower resolution for distant regions </a:t>
            </a:r>
            <a:r>
              <a:rPr sz="1100">
                <a:solidFill>
                  <a:srgbClr val="232323"/>
                </a:solidFill>
              </a:rPr>
              <a:t>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9" name="Down Arrow 8"/>
          <p:cNvSpPr/>
          <p:nvPr/>
        </p:nvSpPr>
        <p:spPr>
          <a:xfrm>
            <a:off x="2542032" y="22037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542032" y="293522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542032" y="366674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42032" y="439826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4206240" cy="493776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542032" y="512978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5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Deep Learning: </a:t>
            </a:r>
            <a:r>
              <a:rPr sz="1150" b="0">
                <a:solidFill>
                  <a:srgbClr val="232323"/>
                </a:solidFill>
                <a:latin typeface="Arial"/>
              </a:rPr>
              <a:t>Semantic terrain classification (Ground, Static Obstacles, Dynamic Vehicles).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5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5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1" name="Picture 20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54680"/>
            <a:ext cx="5146935" cy="3108960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5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5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Low-Power Efficiency: </a:t>
            </a:r>
            <a:r>
              <a:rPr sz="1150" b="0">
                <a:solidFill>
                  <a:srgbClr val="232323"/>
                </a:solidFill>
                <a:latin typeface="Arial"/>
              </a:rPr>
              <a:t>Adaptive resolution drastically reduces memory &amp; compute requirements.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5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50" b="0">
                <a:solidFill>
                  <a:srgbClr val="232323"/>
                </a:solidFill>
                <a:latin typeface="Arial"/>
              </a:rPr>
              <a:t>Real-time processing of large LiDAR point clouds at 10–20 Hz.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5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5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5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5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Proven Benchmark: </a:t>
            </a:r>
            <a:r>
              <a:rPr sz="1150" b="0">
                <a:solidFill>
                  <a:srgbClr val="232323"/>
                </a:solidFill>
                <a:latin typeface="Arial"/>
              </a:rPr>
              <a:t>Benchmarked on 20,672 points at &gt;35 FPS with zero crash failures.</a:t>
            </a:r>
          </a:p>
        </p:txBody>
      </p:sp>
      <p:pic>
        <p:nvPicPr>
          <p:cNvPr id="14" name="Picture 13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429000"/>
            <a:ext cx="5029200" cy="29213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penetrates smoke, dust, fog &amp; battlefield darkness.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Stored active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4.8×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— exceeds 35 FPS real-time vehicle requirement.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Stored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(8.6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(&gt;35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4.8× Faster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Hardware Footprint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Embedded CPU / Jetson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Low Power UGV Edge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Deep learning segmentation of drivable vs obstacle cells.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pic>
        <p:nvPicPr>
          <p:cNvPr id="11" name="Picture 10" descr="colored_research_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6309360" cy="35215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80" y="4754880"/>
            <a:ext cx="6309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Project Deliverables &amp;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166360"/>
            <a:ext cx="630936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Interactive Web Simulator: </a:t>
            </a:r>
            <a:r>
              <a:rPr sz="1050" b="0">
                <a:solidFill>
                  <a:srgbClr val="232323"/>
                </a:solidFill>
                <a:latin typeface="Arial"/>
              </a:rPr>
              <a:t>Flask REST API + 60 FPS HTML5 Canvas with live vehicle foveation.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Automated Test Suite: </a:t>
            </a:r>
            <a:r>
              <a:rPr sz="1050" b="0">
                <a:solidFill>
                  <a:srgbClr val="232323"/>
                </a:solidFill>
                <a:latin typeface="Arial"/>
              </a:rPr>
              <a:t>5/5 unit tests (tests/test_pipeline.py) passing in 4.0s.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GitHub Repository: </a:t>
            </a:r>
            <a:r>
              <a:rPr sz="1050" b="0">
                <a:solidFill>
                  <a:srgbClr val="232323"/>
                </a:solidFill>
                <a:latin typeface="Arial"/>
              </a:rPr>
              <a:t>github.com/AbhayVerma628/SIH26053_Lidar (Open Source MIT License).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Telemetry &amp; Artifacts: </a:t>
            </a:r>
            <a:r>
              <a:rPr sz="1050" b="0">
                <a:solidFill>
                  <a:srgbClr val="232323"/>
                </a:solidFill>
                <a:latin typeface="Arial"/>
              </a:rPr>
              <a:t>5-panel dashboard, 10 Hz vehicle telemetry CSV &amp; planned A* waypoints.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