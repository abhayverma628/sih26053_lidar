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48840"/>
            <a:ext cx="65836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–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–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TBA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–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–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page_1_0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182880"/>
            <a:ext cx="7589520" cy="822960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—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(&gt;35 FPS).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006FC0"/>
          </a:solidFill>
          <a:ln w="2540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3383280"/>
            <a:ext cx="457200" cy="27432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2980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35440" y="283464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0" y="41148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0704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99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384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0" y="1874519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12064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5687568"/>
            <a:ext cx="320040" cy="219456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5660136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High resolution near the vehicle </a:t>
            </a:r>
            <a:r>
              <a:rPr sz="1100">
                <a:solidFill>
                  <a:srgbClr val="232323"/>
                </a:solidFill>
              </a:rPr>
              <a:t>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6016752"/>
            <a:ext cx="320040" cy="219456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598932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Lower resolution for distant regions </a:t>
            </a:r>
            <a:r>
              <a:rPr sz="1100">
                <a:solidFill>
                  <a:srgbClr val="232323"/>
                </a:solidFill>
              </a:rPr>
              <a:t>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2037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93522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66674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39826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4206240" cy="493776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512978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54680"/>
            <a:ext cx="5146935" cy="3108960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10–20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&gt;35 FPS with zero crash failures.</a:t>
            </a:r>
          </a:p>
        </p:txBody>
      </p:sp>
      <p:pic>
        <p:nvPicPr>
          <p:cNvPr id="14" name="Picture 13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91840"/>
            <a:ext cx="5394960" cy="39643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penetrates smoke, dust, fog &amp; battlefield darkness.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Stored active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4.8×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— exceeds 35 FPS real-time vehicle requirement.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Stored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(&gt;35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4.8×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page_6_33_I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462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54880"/>
            <a:ext cx="6309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66360"/>
            <a:ext cx="630936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50" b="0">
                <a:solidFill>
                  <a:srgbClr val="232323"/>
                </a:solidFill>
                <a:latin typeface="Arial"/>
              </a:rPr>
              <a:t>Flask REST API + 60 FPS HTML5 Canvas with live vehicle foveation.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Automated Test Suite: </a:t>
            </a:r>
            <a:r>
              <a:rPr sz="1050" b="0">
                <a:solidFill>
                  <a:srgbClr val="232323"/>
                </a:solidFill>
                <a:latin typeface="Arial"/>
              </a:rPr>
              <a:t>5/5 unit tests (tests/test_pipeline.py) passing in 4.0s.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50" b="0">
                <a:solidFill>
                  <a:srgbClr val="232323"/>
                </a:solidFill>
                <a:latin typeface="Arial"/>
              </a:rPr>
              <a:t>github.com/AbhayVerma628/SIH26053_Lidar (Open Source MIT License).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Telemetry &amp; Artifacts: </a:t>
            </a:r>
            <a:r>
              <a:rPr sz="1050" b="0">
                <a:solidFill>
                  <a:srgbClr val="232323"/>
                </a:solidFill>
                <a:latin typeface="Arial"/>
              </a:rPr>
              <a:t>5-panel dashboard, 10 Hz vehicle telemetry CSV &amp; planned A* waypoints.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