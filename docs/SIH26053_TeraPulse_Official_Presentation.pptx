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bhayverma628.github.io/SIH26053_Lidar/" TargetMode="External"/><Relationship Id="rId3" Type="http://schemas.openxmlformats.org/officeDocument/2006/relationships/hyperlink" Target="https://github.com/AbhayVerma628/SIH26053_Lidar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4124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06FC0"/>
                </a:solidFill>
                <a:latin typeface="Arial"/>
              </a:defRPr>
            </a:pPr>
            <a:r>
              <a:t>Adaptive Foveated 2.5D Semantic Mapping for Autonomous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846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-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-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-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-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-</a:t>
            </a:r>
            <a:r>
              <a:rPr sz="1380" b="0">
                <a:solidFill>
                  <a:srgbClr val="232323"/>
                </a:solidFill>
                <a:latin typeface="Arial"/>
              </a:rPr>
              <a:t> 137735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-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-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-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PROPOSED SOLUTION &amp;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-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(41.3 FPS, exceeding 30 FPS real-time threshold).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64AAF0"/>
          </a:solidFill>
          <a:ln w="25400">
            <a:solidFill>
              <a:srgbClr val="32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0" y="3291840"/>
            <a:ext cx="548640" cy="457200"/>
          </a:xfrm>
          <a:prstGeom prst="roundRect">
            <a:avLst/>
          </a:prstGeom>
          <a:solidFill>
            <a:srgbClr val="DC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9536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0" y="38404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0" y="39319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80" y="34747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0" y="33832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0" y="27432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0" y="420624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809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241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89520" y="44805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98480" y="42976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98079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81360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52560" y="17373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0" y="5212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0" y="5532120"/>
            <a:ext cx="228600" cy="228600"/>
          </a:xfrm>
          <a:prstGeom prst="rect">
            <a:avLst/>
          </a:prstGeom>
          <a:solidFill>
            <a:srgbClr val="64A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54864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High resolution near the vehicle (near-field: 0.25 m bubble)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5897880"/>
            <a:ext cx="228600" cy="228600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58521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Lower resolution for distant regions 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8" name="Down Arrow 7"/>
          <p:cNvSpPr/>
          <p:nvPr/>
        </p:nvSpPr>
        <p:spPr>
          <a:xfrm>
            <a:off x="2542032" y="2167128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386584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542032" y="2862072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081528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42032" y="3557016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776472"/>
            <a:ext cx="4206240" cy="45720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542032" y="4251960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471416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542032" y="49469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16636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0" name="Picture 19" descr="slide3_key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063240"/>
            <a:ext cx="6492240" cy="3625954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10-20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41.3 FPS (exceeding 30 FPS real-time threshold) with zero crash failures.</a:t>
            </a:r>
          </a:p>
        </p:txBody>
      </p:sp>
      <p:pic>
        <p:nvPicPr>
          <p:cNvPr id="13" name="Picture 12" descr="overbridge_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337560"/>
            <a:ext cx="5440680" cy="3036659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is invariant to total pitch darkness and harsh glare.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planning window / ROI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4.8x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(41.3 FPS, exceeding 30 FPS real-time threshold).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Planning Window / ROI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(41.3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4.8x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4709160"/>
            <a:ext cx="45720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Live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5120640"/>
            <a:ext cx="45720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Live Working Prototype: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2"/>
              </a:rPr>
              <a:t>https://abhayverma628.github.io/SIH26053_Lidar/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3"/>
              </a:rPr>
              <a:t>https://github.com/AbhayVerma628/SIH26053_Lidar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00" b="0">
                <a:solidFill>
                  <a:srgbClr val="232323"/>
                </a:solidFill>
                <a:latin typeface="Arial"/>
              </a:rPr>
              <a:t>60 FPS Canvas with real-time foveation &amp; A* route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Telemetry &amp; Verification: </a:t>
            </a:r>
            <a:r>
              <a:rPr sz="1000" b="0">
                <a:solidFill>
                  <a:srgbClr val="232323"/>
                </a:solidFill>
                <a:latin typeface="Arial"/>
              </a:rPr>
              <a:t>5/5 unit tests passed, 10 Hz vehicle telemetry</a:t>
            </a:r>
          </a:p>
        </p:txBody>
      </p:sp>
      <p:pic>
        <p:nvPicPr>
          <p:cNvPr id="12" name="Picture 11" descr="prototyp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4800600"/>
            <a:ext cx="1188720" cy="1188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58400" y="59893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006FC0"/>
                </a:solidFill>
                <a:latin typeface="Arial"/>
              </a:defRPr>
            </a:pPr>
            <a:r>
              <a:t>Scan for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